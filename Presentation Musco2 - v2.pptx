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sldIdLst>
    <p:sldId id="256" r:id="rId2"/>
    <p:sldId id="440" r:id="rId3"/>
    <p:sldId id="423" r:id="rId4"/>
    <p:sldId id="416" r:id="rId5"/>
    <p:sldId id="411" r:id="rId6"/>
    <p:sldId id="421" r:id="rId7"/>
    <p:sldId id="420" r:id="rId8"/>
    <p:sldId id="417" r:id="rId9"/>
    <p:sldId id="414" r:id="rId10"/>
    <p:sldId id="426" r:id="rId11"/>
    <p:sldId id="398" r:id="rId12"/>
    <p:sldId id="442" r:id="rId13"/>
    <p:sldId id="444" r:id="rId14"/>
    <p:sldId id="415" r:id="rId15"/>
    <p:sldId id="418" r:id="rId16"/>
  </p:sldIdLst>
  <p:sldSz cx="12192000" cy="6858000"/>
  <p:notesSz cx="6662738" cy="9926638"/>
  <p:custShowLst>
    <p:custShow name="Enkel Voetbal" id="0">
      <p:sldLst/>
    </p:custShow>
  </p:custShowLst>
  <p:defaultTextStyle>
    <a:defPPr>
      <a:defRPr lang="nl-NL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171B"/>
    <a:srgbClr val="231F20"/>
    <a:srgbClr val="F20850"/>
    <a:srgbClr val="4472D8"/>
    <a:srgbClr val="D30746"/>
    <a:srgbClr val="000000"/>
    <a:srgbClr val="3030EC"/>
    <a:srgbClr val="C5FFCF"/>
    <a:srgbClr val="00B01D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6700" autoAdjust="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20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5075" y="0"/>
            <a:ext cx="28876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813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8473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Klik om de opmaakprofielen van de modeltekst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76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5075" y="9429750"/>
            <a:ext cx="28876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88A941-537F-4CD6-9612-A6B5459DC001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93426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1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41110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2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7864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3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39667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4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8071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5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6026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6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6682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7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9850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8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0266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9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23319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10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74328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12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05472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13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4493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14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90085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E64E85-34F9-4194-AE47-D0672ACF0033}" type="slidenum">
              <a:rPr lang="nl-NL" sz="1200"/>
              <a:pPr eaLnBrk="1" hangingPunct="1"/>
              <a:t>15</a:t>
            </a:fld>
            <a:endParaRPr lang="nl-NL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813" y="744538"/>
            <a:ext cx="6616700" cy="3722687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51020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14400" y="24384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het opmaakprofiel van de modeltitel te bewerken</a:t>
            </a:r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624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nl-NL"/>
              <a:t>Klik om het opmaakprofiel van de modelondertitel te bewerken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075F2823-12B8-4434-B68E-E08628E4FABA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4881913"/>
      </p:ext>
    </p:extLst>
  </p:cSld>
  <p:clrMapOvr>
    <a:masterClrMapping/>
  </p:clrMapOvr>
  <p:transition spd="med" advClick="0" advTm="1000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14BAAC-8216-4712-B444-223115D62B5B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89847"/>
      </p:ext>
    </p:extLst>
  </p:cSld>
  <p:clrMapOvr>
    <a:masterClrMapping/>
  </p:clrMapOvr>
  <p:transition spd="med" advClick="0" advTm="1000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CCAF5D-0F3C-43BE-9A38-AFE4B8FC789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124757"/>
      </p:ext>
    </p:extLst>
  </p:cSld>
  <p:clrMapOvr>
    <a:masterClrMapping/>
  </p:clrMapOvr>
  <p:transition spd="med" advClick="0" advTm="1000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376371-696F-4557-92EE-F10D5404F89B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8270743"/>
      </p:ext>
    </p:extLst>
  </p:cSld>
  <p:clrMapOvr>
    <a:masterClrMapping/>
  </p:clrMapOvr>
  <p:transition spd="med" advClick="0" advTm="1000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76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A510B4-6BA3-476D-9ADB-A8EDB0C5B619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9297066"/>
      </p:ext>
    </p:extLst>
  </p:cSld>
  <p:clrMapOvr>
    <a:masterClrMapping/>
  </p:clrMapOvr>
  <p:transition spd="med" advClick="0" advTm="1000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3F86B3-4AD8-4FD0-83B4-FAA7536EA98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968679"/>
      </p:ext>
    </p:extLst>
  </p:cSld>
  <p:clrMapOvr>
    <a:masterClrMapping/>
  </p:clrMapOvr>
  <p:transition spd="med" advClick="0" advTm="1000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CCCB5A-3E8F-4186-BC7C-0E224674805D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8840874"/>
      </p:ext>
    </p:extLst>
  </p:cSld>
  <p:clrMapOvr>
    <a:masterClrMapping/>
  </p:clrMapOvr>
  <p:transition spd="med" advClick="0" advTm="1000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9" y="273050"/>
            <a:ext cx="4011084" cy="1162051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09609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E525FB-D15D-4BBC-B45C-23A71A669FD9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6846757"/>
      </p:ext>
    </p:extLst>
  </p:cSld>
  <p:clrMapOvr>
    <a:masterClrMapping/>
  </p:clrMapOvr>
  <p:transition spd="med" advClick="0" advTm="1000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42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B0402-FAFD-4941-BBCC-6540CC6EB501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5486848"/>
      </p:ext>
    </p:extLst>
  </p:cSld>
  <p:clrMapOvr>
    <a:masterClrMapping/>
  </p:clrMapOvr>
  <p:transition spd="med" advClick="0" advTm="1000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3016B8-FD41-4D7B-A18E-B6877E8D5E57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2649412"/>
      </p:ext>
    </p:extLst>
  </p:cSld>
  <p:clrMapOvr>
    <a:masterClrMapping/>
  </p:clrMapOvr>
  <p:transition spd="med" advClick="0" advTm="1000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686800" y="533400"/>
            <a:ext cx="2590800" cy="5562600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914400" y="533400"/>
            <a:ext cx="7569200" cy="5562600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0705E-6267-4C59-8817-8275E3553D84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8831410"/>
      </p:ext>
    </p:extLst>
  </p:cSld>
  <p:clrMapOvr>
    <a:masterClrMapping/>
  </p:clrMapOvr>
  <p:transition spd="med" advClick="0" advTm="1000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1032" name="Rectangle 3"/>
            <p:cNvSpPr>
              <a:spLocks noChangeArrowheads="1"/>
            </p:cNvSpPr>
            <p:nvPr/>
          </p:nvSpPr>
          <p:spPr bwMode="white">
            <a:xfrm>
              <a:off x="0" y="0"/>
              <a:ext cx="5760" cy="120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nl-BE" sz="2400"/>
            </a:p>
          </p:txBody>
        </p:sp>
        <p:sp>
          <p:nvSpPr>
            <p:cNvPr id="1033" name="Rectangle 4"/>
            <p:cNvSpPr>
              <a:spLocks noChangeArrowheads="1"/>
            </p:cNvSpPr>
            <p:nvPr/>
          </p:nvSpPr>
          <p:spPr bwMode="white">
            <a:xfrm>
              <a:off x="0" y="4080"/>
              <a:ext cx="5760" cy="24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nl-BE" sz="2400"/>
            </a:p>
          </p:txBody>
        </p:sp>
        <p:pic>
          <p:nvPicPr>
            <p:cNvPr id="1034" name="Picture 5" descr="D:\FRONTPAGE THEMES\CONSTRUC\URBBANND.PN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667"/>
            <a:stretch>
              <a:fillRect/>
            </a:stretch>
          </p:blipFill>
          <p:spPr bwMode="ltGray">
            <a:xfrm>
              <a:off x="0" y="0"/>
              <a:ext cx="57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533400"/>
            <a:ext cx="10363200" cy="1143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van de modeltitel te bewerken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opmaakprofielen van de modeltekst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3687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687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nl-NL"/>
              <a:t>WWW.CLAESEN-VERLICHTING.BE</a:t>
            </a:r>
          </a:p>
        </p:txBody>
      </p:sp>
      <p:sp>
        <p:nvSpPr>
          <p:cNvPr id="3687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 Narrow" panose="020B0606020202030204" pitchFamily="34" charset="0"/>
              </a:defRPr>
            </a:lvl1pPr>
          </a:lstStyle>
          <a:p>
            <a:fld id="{E9602BF5-DD03-4F73-87DE-317901E261E3}" type="slidenum">
              <a:rPr lang="nl-NL"/>
              <a:pPr/>
              <a:t>‹#›</a:t>
            </a:fld>
            <a:endParaRPr lang="nl-NL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 advClick="0" advTm="10000">
    <p:random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pitchFamily="34" charset="0"/>
          <a:cs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pitchFamily="34" charset="0"/>
          <a:cs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pitchFamily="34" charset="0"/>
          <a:cs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pitchFamily="34" charset="0"/>
          <a:cs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pitchFamily="34" charset="0"/>
          <a:cs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pitchFamily="34" charset="0"/>
          <a:cs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pitchFamily="34" charset="0"/>
          <a:cs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pitchFamily="34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Ü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4"/>
        </a:buBlip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w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15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15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15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15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15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hyperlink" Target="https://www.facebook.com/claesenoutdoorlightin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10000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3352" y="-99392"/>
            <a:ext cx="96490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>
                <a:latin typeface="Calibri" panose="020F0502020204030204" pitchFamily="34" charset="0"/>
              </a:rPr>
              <a:t>Claesen Outdoor Lighting</a:t>
            </a:r>
          </a:p>
          <a:p>
            <a:pPr algn="l"/>
            <a:endParaRPr lang="nl-BE" sz="6600" b="1" cap="small" dirty="0">
              <a:latin typeface="Calibri" panose="020F0502020204030204" pitchFamily="34" charset="0"/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  <p:pic>
        <p:nvPicPr>
          <p:cNvPr id="6" name="Picture 1" descr="hoofding-Cl">
            <a:extLst>
              <a:ext uri="{FF2B5EF4-FFF2-40B4-BE49-F238E27FC236}">
                <a16:creationId xmlns:a16="http://schemas.microsoft.com/office/drawing/2014/main" id="{7CB58ADC-C667-4421-82FF-8BBBBE282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1319668"/>
            <a:ext cx="2016223" cy="1626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91C24928-1280-40DA-9C87-869B8655905C}"/>
              </a:ext>
            </a:extLst>
          </p:cNvPr>
          <p:cNvSpPr txBox="1"/>
          <p:nvPr/>
        </p:nvSpPr>
        <p:spPr>
          <a:xfrm>
            <a:off x="2909210" y="2708920"/>
            <a:ext cx="892899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l"/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Established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in 1936</a:t>
            </a:r>
          </a:p>
          <a:p>
            <a:pPr lvl="1" algn="l"/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Electricity in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mining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and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steel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industry</a:t>
            </a:r>
            <a:endParaRPr lang="nl-BE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algn="l"/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First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Sports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Lighting in 1964</a:t>
            </a:r>
          </a:p>
          <a:p>
            <a:pPr lvl="1" algn="l"/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Acquisition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in 2007</a:t>
            </a:r>
          </a:p>
          <a:p>
            <a:pPr lvl="1" algn="l"/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        </a:t>
            </a:r>
            <a:endParaRPr lang="nl-BE" sz="4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84739"/>
      </p:ext>
    </p:extLst>
  </p:cSld>
  <p:clrMapOvr>
    <a:masterClrMapping/>
  </p:clrMapOvr>
  <p:transition spd="med" advClick="0" advTm="10000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3352" y="-99392"/>
            <a:ext cx="94282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>
                <a:latin typeface="Calibri" panose="020F0502020204030204" pitchFamily="34" charset="0"/>
              </a:rPr>
              <a:t>Expert in Outdoor Lighting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695400" y="1509747"/>
            <a:ext cx="1065718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We are a 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full-service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one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-stop-shop </a:t>
            </a:r>
          </a:p>
          <a:p>
            <a:pPr lvl="1" algn="just"/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contractor in outdoor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lighting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lvl="1" algn="just"/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        The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Belgian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market leader 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in</a:t>
            </a:r>
            <a:r>
              <a:rPr lang="nl-BE" sz="4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lvl="1"/>
            <a:r>
              <a:rPr lang="nl-BE" sz="4400" dirty="0">
                <a:solidFill>
                  <a:srgbClr val="000000"/>
                </a:solidFill>
                <a:latin typeface="Calibri" panose="020F0502020204030204" pitchFamily="34" charset="0"/>
              </a:rPr>
              <a:t>			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high-end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sports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lighting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,</a:t>
            </a:r>
          </a:p>
          <a:p>
            <a:pPr lvl="1"/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Reliable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partner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for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large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industrial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areas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and</a:t>
            </a:r>
            <a:endParaRPr lang="nl-BE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a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rewarded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reference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for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critical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architectural</a:t>
            </a:r>
            <a:r>
              <a:rPr lang="nl-BE" sz="4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projects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or</a:t>
            </a:r>
            <a:r>
              <a:rPr lang="nl-BE" sz="4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city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beautification</a:t>
            </a:r>
            <a:r>
              <a:rPr lang="nl-BE" sz="44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algn="r"/>
            <a:endParaRPr lang="nl-BE" sz="4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1218772"/>
      </p:ext>
    </p:extLst>
  </p:cSld>
  <p:clrMapOvr>
    <a:masterClrMapping/>
  </p:clrMapOvr>
  <p:transition spd="med" advClick="0" advTm="10000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3352" y="-99392"/>
            <a:ext cx="94282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 err="1">
                <a:latin typeface="Calibri" panose="020F0502020204030204" pitchFamily="34" charset="0"/>
              </a:rPr>
              <a:t>One</a:t>
            </a:r>
            <a:r>
              <a:rPr lang="nl-BE" sz="6600" b="1" cap="small" dirty="0">
                <a:latin typeface="Calibri" panose="020F0502020204030204" pitchFamily="34" charset="0"/>
              </a:rPr>
              <a:t>-Stop-Shop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407368" y="1124744"/>
            <a:ext cx="1130525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We have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all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expertise in house		 </a:t>
            </a:r>
          </a:p>
          <a:p>
            <a:pPr lvl="1"/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			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to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manage </a:t>
            </a:r>
            <a:r>
              <a:rPr lang="nl-BE" sz="4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your</a:t>
            </a:r>
            <a:r>
              <a:rPr lang="nl-BE" sz="4400" b="1" dirty="0">
                <a:solidFill>
                  <a:srgbClr val="000000"/>
                </a:solidFill>
                <a:latin typeface="Calibri" panose="020F0502020204030204" pitchFamily="34" charset="0"/>
              </a:rPr>
              <a:t> project</a:t>
            </a:r>
          </a:p>
          <a:p>
            <a:pPr lvl="1"/>
            <a:endParaRPr lang="nl-BE" sz="3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We </a:t>
            </a:r>
            <a:r>
              <a:rPr lang="nl-BE" sz="3600" dirty="0" err="1">
                <a:solidFill>
                  <a:srgbClr val="000000"/>
                </a:solidFill>
                <a:latin typeface="Calibri" panose="020F0502020204030204" pitchFamily="34" charset="0"/>
              </a:rPr>
              <a:t>can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offer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advice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,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lvl="1" algn="just"/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engineer the concept </a:t>
            </a:r>
            <a:r>
              <a:rPr lang="nl-BE" sz="3600" dirty="0" err="1">
                <a:solidFill>
                  <a:srgbClr val="000000"/>
                </a:solidFill>
                <a:latin typeface="Calibri" panose="020F0502020204030204" pitchFamily="34" charset="0"/>
              </a:rPr>
              <a:t>and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3600" dirty="0" err="1">
                <a:solidFill>
                  <a:srgbClr val="000000"/>
                </a:solidFill>
                <a:latin typeface="Calibri" panose="020F0502020204030204" pitchFamily="34" charset="0"/>
              </a:rPr>
              <a:t>deliver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lvl="1" algn="just"/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			a </a:t>
            </a:r>
            <a:r>
              <a:rPr lang="nl-BE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technical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workout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3600" dirty="0" err="1">
                <a:solidFill>
                  <a:srgbClr val="000000"/>
                </a:solidFill>
                <a:latin typeface="Calibri" panose="020F0502020204030204" pitchFamily="34" charset="0"/>
              </a:rPr>
              <a:t>through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3600" dirty="0" err="1">
                <a:solidFill>
                  <a:srgbClr val="000000"/>
                </a:solidFill>
                <a:latin typeface="Calibri" panose="020F0502020204030204" pitchFamily="34" charset="0"/>
              </a:rPr>
              <a:t>our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lvl="1" algn="just"/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nl-BE" sz="3600" dirty="0" err="1">
                <a:solidFill>
                  <a:srgbClr val="000000"/>
                </a:solidFill>
                <a:latin typeface="Calibri" panose="020F0502020204030204" pitchFamily="34" charset="0"/>
              </a:rPr>
              <a:t>extensive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network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 of expert partners.</a:t>
            </a:r>
            <a:endParaRPr lang="nl-BE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			</a:t>
            </a:r>
            <a:r>
              <a:rPr lang="nl-BE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Execute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and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manage the project</a:t>
            </a:r>
          </a:p>
          <a:p>
            <a:pPr lvl="1"/>
            <a:r>
              <a:rPr lang="nl-BE" sz="3600" dirty="0" err="1">
                <a:solidFill>
                  <a:srgbClr val="000000"/>
                </a:solidFill>
                <a:latin typeface="Calibri" panose="020F0502020204030204" pitchFamily="34" charset="0"/>
              </a:rPr>
              <a:t>by</a:t>
            </a:r>
            <a:r>
              <a:rPr lang="nl-BE" sz="36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experienced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and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specialised</a:t>
            </a:r>
            <a:r>
              <a:rPr lang="nl-BE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sz="4000" dirty="0">
                <a:solidFill>
                  <a:srgbClr val="000000"/>
                </a:solidFill>
                <a:latin typeface="Calibri" panose="020F0502020204030204" pitchFamily="34" charset="0"/>
              </a:rPr>
              <a:t>crew.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4357022"/>
      </p:ext>
    </p:extLst>
  </p:cSld>
  <p:clrMapOvr>
    <a:masterClrMapping/>
  </p:clrMapOvr>
  <p:transition spd="med" advClick="0" advTm="10000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3352" y="-99392"/>
            <a:ext cx="94282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>
                <a:latin typeface="Calibri" panose="020F0502020204030204" pitchFamily="34" charset="0"/>
              </a:rPr>
              <a:t>Concept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3548176" y="4566607"/>
            <a:ext cx="84002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/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Advice</a:t>
            </a:r>
            <a:r>
              <a:rPr lang="nl-BE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through</a:t>
            </a:r>
            <a:r>
              <a:rPr lang="nl-BE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experience</a:t>
            </a:r>
            <a:endParaRPr lang="nl-BE" sz="2800" b="1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lvl="1" algn="r"/>
            <a:r>
              <a:rPr lang="nl-BE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Design </a:t>
            </a:r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and</a:t>
            </a:r>
            <a:r>
              <a:rPr lang="nl-BE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visualise</a:t>
            </a:r>
            <a:endParaRPr lang="nl-BE" sz="2800" b="1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lvl="1" algn="r"/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Familiar</a:t>
            </a:r>
            <a:r>
              <a:rPr lang="nl-BE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with</a:t>
            </a:r>
            <a:r>
              <a:rPr lang="nl-BE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 FIFA </a:t>
            </a:r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regulations</a:t>
            </a:r>
            <a:endParaRPr lang="nl-BE" sz="2800" b="1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lvl="1" algn="r"/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and</a:t>
            </a:r>
            <a:r>
              <a:rPr lang="nl-BE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broadcasting</a:t>
            </a:r>
            <a:r>
              <a:rPr lang="nl-BE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nl-BE" sz="2800" b="1" dirty="0" err="1">
                <a:solidFill>
                  <a:srgbClr val="0070C0"/>
                </a:solidFill>
                <a:latin typeface="Calibri" panose="020F0502020204030204" pitchFamily="34" charset="0"/>
              </a:rPr>
              <a:t>expectations</a:t>
            </a:r>
            <a:endParaRPr lang="nl-BE" sz="2800" b="1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algn="r"/>
            <a:endParaRPr lang="nl-BE" sz="2800" b="1" dirty="0">
              <a:latin typeface="Calibri" panose="020F0502020204030204" pitchFamily="34" charset="0"/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4569515"/>
      </p:ext>
    </p:extLst>
  </p:cSld>
  <p:clrMapOvr>
    <a:masterClrMapping/>
  </p:clrMapOvr>
  <p:transition spd="med" advClick="0" advTm="10000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3352" y="-99392"/>
            <a:ext cx="94282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>
                <a:latin typeface="Calibri" panose="020F0502020204030204" pitchFamily="34" charset="0"/>
              </a:rPr>
              <a:t>Installation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  <p:sp>
        <p:nvSpPr>
          <p:cNvPr id="9" name="Tekstvak 8"/>
          <p:cNvSpPr txBox="1"/>
          <p:nvPr/>
        </p:nvSpPr>
        <p:spPr>
          <a:xfrm>
            <a:off x="2063552" y="2008102"/>
            <a:ext cx="9984432" cy="470898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r"/>
            <a:r>
              <a:rPr lang="nl-BE" sz="4400" b="1" dirty="0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Technical Expertise</a:t>
            </a:r>
          </a:p>
          <a:p>
            <a:pPr lvl="1" algn="r"/>
            <a:r>
              <a:rPr lang="nl-BE" sz="4400" b="1" dirty="0" err="1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Tailor</a:t>
            </a:r>
            <a:r>
              <a:rPr lang="nl-BE" sz="4400" b="1" dirty="0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 made </a:t>
            </a:r>
            <a:r>
              <a:rPr lang="nl-BE" sz="4400" b="1" dirty="0" err="1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solutions</a:t>
            </a:r>
            <a:endParaRPr lang="nl-BE" sz="4400" b="1" dirty="0">
              <a:solidFill>
                <a:srgbClr val="F2085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Calibri" panose="020F0502020204030204" pitchFamily="34" charset="0"/>
            </a:endParaRPr>
          </a:p>
          <a:p>
            <a:pPr lvl="1" algn="r"/>
            <a:r>
              <a:rPr lang="nl-BE" sz="4400" b="1" dirty="0" err="1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Trained</a:t>
            </a:r>
            <a:r>
              <a:rPr lang="nl-BE" sz="4400" b="1" dirty="0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 crew</a:t>
            </a:r>
          </a:p>
          <a:p>
            <a:pPr lvl="1" algn="r"/>
            <a:r>
              <a:rPr lang="nl-BE" sz="4400" b="1" dirty="0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Up-to-Date on </a:t>
            </a:r>
          </a:p>
          <a:p>
            <a:pPr lvl="1" algn="r"/>
            <a:r>
              <a:rPr lang="nl-BE" sz="4400" b="1" dirty="0" err="1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Latest</a:t>
            </a:r>
            <a:r>
              <a:rPr lang="nl-BE" sz="4400" b="1" dirty="0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 </a:t>
            </a:r>
            <a:r>
              <a:rPr lang="nl-BE" sz="4400" b="1" dirty="0" err="1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rPr>
              <a:t>technology</a:t>
            </a:r>
            <a:endParaRPr lang="nl-BE" sz="4400" b="1" dirty="0">
              <a:solidFill>
                <a:srgbClr val="F2085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Calibri" panose="020F0502020204030204" pitchFamily="34" charset="0"/>
            </a:endParaRPr>
          </a:p>
          <a:p>
            <a:pPr lvl="1" algn="r"/>
            <a:endParaRPr lang="nl-BE" sz="4400" b="1" dirty="0">
              <a:solidFill>
                <a:srgbClr val="F2085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Calibri" panose="020F0502020204030204" pitchFamily="34" charset="0"/>
            </a:endParaRPr>
          </a:p>
          <a:p>
            <a:pPr algn="r"/>
            <a:endParaRPr lang="nl-BE" sz="36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675738"/>
      </p:ext>
    </p:extLst>
  </p:cSld>
  <p:clrMapOvr>
    <a:masterClrMapping/>
  </p:clrMapOvr>
  <p:transition spd="med" advClick="0" advTm="10000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3352" y="-99392"/>
            <a:ext cx="94282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>
                <a:latin typeface="Calibri" panose="020F0502020204030204" pitchFamily="34" charset="0"/>
              </a:rPr>
              <a:t>After-Sales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  <p:sp>
        <p:nvSpPr>
          <p:cNvPr id="11" name="Tekstvak 10"/>
          <p:cNvSpPr txBox="1"/>
          <p:nvPr/>
        </p:nvSpPr>
        <p:spPr>
          <a:xfrm>
            <a:off x="1872208" y="5301208"/>
            <a:ext cx="10056440" cy="218521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nl-NL"/>
            </a:defPPr>
            <a:lvl1pPr algn="r">
              <a:defRPr sz="4000" b="1">
                <a:latin typeface="Calibri" panose="020F0502020204030204" pitchFamily="34" charset="0"/>
              </a:defRPr>
            </a:lvl1pPr>
            <a:lvl2pPr lvl="1" algn="r">
              <a:defRPr sz="4800" b="1">
                <a:solidFill>
                  <a:srgbClr val="F2085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defRPr>
            </a:lvl2pPr>
          </a:lstStyle>
          <a:p>
            <a:pPr lvl="1"/>
            <a:r>
              <a:rPr lang="en-US" dirty="0">
                <a:solidFill>
                  <a:srgbClr val="00B050"/>
                </a:solidFill>
              </a:rPr>
              <a:t>Maintenance &amp; after-sales service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Measurement &amp; online monitoring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40270036"/>
      </p:ext>
    </p:extLst>
  </p:cSld>
  <p:clrMapOvr>
    <a:masterClrMapping/>
  </p:clrMapOvr>
  <p:transition spd="med" advClick="0" advTm="10000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555216"/>
      </p:ext>
    </p:extLst>
  </p:cSld>
  <p:clrMapOvr>
    <a:masterClrMapping/>
  </p:clrMapOvr>
  <p:transition spd="med" advClick="0" advTm="10000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/>
          <p:cNvSpPr>
            <a:spLocks noChangeArrowheads="1"/>
          </p:cNvSpPr>
          <p:nvPr/>
        </p:nvSpPr>
        <p:spPr bwMode="auto">
          <a:xfrm>
            <a:off x="3906649" y="-243406"/>
            <a:ext cx="4091042" cy="7101406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69000">
                <a:srgbClr val="1A171B"/>
              </a:gs>
            </a:gsLst>
            <a:lin ang="16200000" scaled="1"/>
            <a:tileRect/>
          </a:gradFill>
          <a:ln w="9525" algn="ctr">
            <a:noFill/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16" name="Rechthoek 15"/>
          <p:cNvSpPr>
            <a:spLocks noChangeArrowheads="1"/>
          </p:cNvSpPr>
          <p:nvPr/>
        </p:nvSpPr>
        <p:spPr bwMode="auto">
          <a:xfrm>
            <a:off x="7932559" y="-243406"/>
            <a:ext cx="4091042" cy="7101406"/>
          </a:xfrm>
          <a:prstGeom prst="rect">
            <a:avLst/>
          </a:prstGeom>
          <a:gradFill flip="none" rotWithShape="1">
            <a:gsLst>
              <a:gs pos="0">
                <a:srgbClr val="4472D8"/>
              </a:gs>
              <a:gs pos="69000">
                <a:srgbClr val="1A171B"/>
              </a:gs>
            </a:gsLst>
            <a:lin ang="16200000" scaled="1"/>
            <a:tileRect/>
          </a:gradFill>
          <a:ln w="9525" algn="ctr">
            <a:noFill/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1266" y="-243406"/>
            <a:ext cx="4091042" cy="7101406"/>
          </a:xfrm>
          <a:prstGeom prst="rect">
            <a:avLst/>
          </a:prstGeom>
          <a:gradFill flip="none" rotWithShape="1">
            <a:gsLst>
              <a:gs pos="0">
                <a:srgbClr val="F20850"/>
              </a:gs>
              <a:gs pos="69000">
                <a:srgbClr val="1A171B"/>
              </a:gs>
            </a:gsLst>
            <a:lin ang="16200000" scaled="1"/>
            <a:tileRect/>
          </a:gradFill>
          <a:ln w="9525" algn="ctr">
            <a:noFill/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pic>
        <p:nvPicPr>
          <p:cNvPr id="17" name="Picture 5" descr="C:\temp\Claesen foto\340x170_spandoek_claesen_LR3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77" t="9638" r="15669" b="76494"/>
          <a:stretch/>
        </p:blipFill>
        <p:spPr bwMode="auto">
          <a:xfrm>
            <a:off x="-11266" y="-1179510"/>
            <a:ext cx="12546011" cy="20162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kstvak 1"/>
          <p:cNvSpPr txBox="1"/>
          <p:nvPr/>
        </p:nvSpPr>
        <p:spPr>
          <a:xfrm>
            <a:off x="263352" y="1067258"/>
            <a:ext cx="3024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5400" b="1" dirty="0" err="1">
                <a:latin typeface="Calibri" panose="020F0502020204030204" pitchFamily="34" charset="0"/>
              </a:rPr>
              <a:t>Sports</a:t>
            </a:r>
            <a:endParaRPr lang="nl-BE" sz="5400" b="1" dirty="0">
              <a:latin typeface="Calibri" panose="020F0502020204030204" pitchFamily="34" charset="0"/>
            </a:endParaRPr>
          </a:p>
        </p:txBody>
      </p:sp>
      <p:sp>
        <p:nvSpPr>
          <p:cNvPr id="11" name="Tekstvak 10"/>
          <p:cNvSpPr txBox="1"/>
          <p:nvPr/>
        </p:nvSpPr>
        <p:spPr>
          <a:xfrm>
            <a:off x="3791744" y="1137518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5400" b="1" dirty="0" err="1">
                <a:latin typeface="Calibri" panose="020F0502020204030204" pitchFamily="34" charset="0"/>
              </a:rPr>
              <a:t>Industry</a:t>
            </a:r>
            <a:endParaRPr lang="nl-BE" sz="5400" b="1" dirty="0">
              <a:latin typeface="Calibri" panose="020F0502020204030204" pitchFamily="34" charset="0"/>
            </a:endParaRPr>
          </a:p>
        </p:txBody>
      </p:sp>
      <p:sp>
        <p:nvSpPr>
          <p:cNvPr id="12" name="Tekstvak 11"/>
          <p:cNvSpPr txBox="1"/>
          <p:nvPr/>
        </p:nvSpPr>
        <p:spPr>
          <a:xfrm>
            <a:off x="8027876" y="1117724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5400" b="1" dirty="0">
                <a:latin typeface="Calibri" panose="020F0502020204030204" pitchFamily="34" charset="0"/>
              </a:rPr>
              <a:t>Building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-65167" y="3171821"/>
            <a:ext cx="3600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libri" panose="020F0502020204030204" pitchFamily="34" charset="0"/>
              </a:rPr>
              <a:t>Soccer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Athletics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Hockey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Rugby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Tennis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Golf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Equestrian</a:t>
            </a:r>
          </a:p>
          <a:p>
            <a:endParaRPr lang="nl-BE" sz="2800" b="1" dirty="0">
              <a:latin typeface="Calibri" panose="020F0502020204030204" pitchFamily="34" charset="0"/>
            </a:endParaRPr>
          </a:p>
        </p:txBody>
      </p:sp>
      <p:sp>
        <p:nvSpPr>
          <p:cNvPr id="13" name="Tekstvak 12"/>
          <p:cNvSpPr txBox="1"/>
          <p:nvPr/>
        </p:nvSpPr>
        <p:spPr>
          <a:xfrm>
            <a:off x="4210551" y="3201938"/>
            <a:ext cx="32696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libri" panose="020F0502020204030204" pitchFamily="34" charset="0"/>
              </a:rPr>
              <a:t>Industrial sites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Airports</a:t>
            </a:r>
          </a:p>
          <a:p>
            <a:pPr lvl="1"/>
            <a:r>
              <a:rPr lang="en-US" sz="2800" b="1" dirty="0" err="1">
                <a:latin typeface="Calibri" panose="020F0502020204030204" pitchFamily="34" charset="0"/>
              </a:rPr>
              <a:t>Harbours</a:t>
            </a:r>
            <a:endParaRPr lang="en-US" sz="2800" b="1" dirty="0">
              <a:latin typeface="Calibri" panose="020F0502020204030204" pitchFamily="34" charset="0"/>
            </a:endParaRP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Railways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Civil Works</a:t>
            </a:r>
          </a:p>
          <a:p>
            <a:endParaRPr lang="nl-BE" sz="2800" b="1" dirty="0">
              <a:latin typeface="Calibri" panose="020F0502020204030204" pitchFamily="34" charset="0"/>
            </a:endParaRPr>
          </a:p>
        </p:txBody>
      </p:sp>
      <p:sp>
        <p:nvSpPr>
          <p:cNvPr id="14" name="Tekstvak 13"/>
          <p:cNvSpPr txBox="1"/>
          <p:nvPr/>
        </p:nvSpPr>
        <p:spPr>
          <a:xfrm>
            <a:off x="8040588" y="3201938"/>
            <a:ext cx="3600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libri" panose="020F0502020204030204" pitchFamily="34" charset="0"/>
              </a:rPr>
              <a:t>Monuments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Buildings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City Beautification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Media Walls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Interactive Lighting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</a:rPr>
              <a:t>Permanent Events</a:t>
            </a:r>
          </a:p>
          <a:p>
            <a:pPr lvl="1"/>
            <a:endParaRPr lang="en-US" sz="2800" b="1" dirty="0">
              <a:latin typeface="Calibri" panose="020F0502020204030204" pitchFamily="34" charset="0"/>
            </a:endParaRPr>
          </a:p>
          <a:p>
            <a:endParaRPr lang="nl-BE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188343"/>
      </p:ext>
    </p:extLst>
  </p:cSld>
  <p:clrMapOvr>
    <a:masterClrMapping/>
  </p:clrMapOvr>
  <p:transition spd="med" advClick="0" advTm="10000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3352" y="-99392"/>
            <a:ext cx="96594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4400" b="1" cap="small" dirty="0" err="1">
                <a:latin typeface="Calibri" panose="020F0502020204030204" pitchFamily="34" charset="0"/>
              </a:rPr>
              <a:t>Sports</a:t>
            </a:r>
            <a:endParaRPr lang="nl-BE" sz="4400" b="1" cap="small" dirty="0">
              <a:latin typeface="Calibri" panose="020F0502020204030204" pitchFamily="34" charset="0"/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D2FA0E66-3929-4D21-AF18-3B0CA0857F64}"/>
              </a:ext>
            </a:extLst>
          </p:cNvPr>
          <p:cNvSpPr txBox="1"/>
          <p:nvPr/>
        </p:nvSpPr>
        <p:spPr>
          <a:xfrm>
            <a:off x="3733061" y="1037271"/>
            <a:ext cx="4464496" cy="461665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b="1" dirty="0" err="1">
                <a:latin typeface="Calibri" panose="020F0502020204030204" pitchFamily="34" charset="0"/>
                <a:cs typeface="Calibri" panose="020F0502020204030204" pitchFamily="34" charset="0"/>
              </a:rPr>
              <a:t>Belgian</a:t>
            </a:r>
            <a:r>
              <a:rPr lang="nl-BE" b="1" dirty="0">
                <a:latin typeface="Calibri" panose="020F0502020204030204" pitchFamily="34" charset="0"/>
                <a:cs typeface="Calibri" panose="020F0502020204030204" pitchFamily="34" charset="0"/>
              </a:rPr>
              <a:t> Prof Clubs</a:t>
            </a:r>
          </a:p>
        </p:txBody>
      </p:sp>
    </p:spTree>
    <p:extLst>
      <p:ext uri="{BB962C8B-B14F-4D97-AF65-F5344CB8AC3E}">
        <p14:creationId xmlns:p14="http://schemas.microsoft.com/office/powerpoint/2010/main" val="2606210207"/>
      </p:ext>
    </p:extLst>
  </p:cSld>
  <p:clrMapOvr>
    <a:masterClrMapping/>
  </p:clrMapOvr>
  <p:transition spd="med" advClick="0" advTm="10000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890E7F95-C1D4-4A1E-BF50-A3FAF9D24310}"/>
              </a:ext>
            </a:extLst>
          </p:cNvPr>
          <p:cNvSpPr txBox="1"/>
          <p:nvPr/>
        </p:nvSpPr>
        <p:spPr>
          <a:xfrm>
            <a:off x="263352" y="-99392"/>
            <a:ext cx="96594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4400" b="1" cap="small" dirty="0" err="1">
                <a:latin typeface="Calibri" panose="020F0502020204030204" pitchFamily="34" charset="0"/>
              </a:rPr>
              <a:t>Sports</a:t>
            </a:r>
            <a:endParaRPr lang="nl-BE" sz="4400" b="1" cap="smal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139439"/>
      </p:ext>
    </p:extLst>
  </p:cSld>
  <p:clrMapOvr>
    <a:masterClrMapping/>
  </p:clrMapOvr>
  <p:transition spd="med" advClick="0" advTm="10000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luvius">
            <a:extLst>
              <a:ext uri="{FF2B5EF4-FFF2-40B4-BE49-F238E27FC236}">
                <a16:creationId xmlns:a16="http://schemas.microsoft.com/office/drawing/2014/main" id="{6C96E858-91EB-44FA-B52B-FBCE1229A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4673644"/>
            <a:ext cx="2666318" cy="133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6599" y="-243406"/>
            <a:ext cx="97379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>
                <a:latin typeface="Calibri" panose="020F0502020204030204" pitchFamily="34" charset="0"/>
              </a:rPr>
              <a:t>Claesen Business</a:t>
            </a:r>
          </a:p>
          <a:p>
            <a:pPr algn="l"/>
            <a:endParaRPr lang="nl-BE" sz="6600" b="1" cap="small" dirty="0">
              <a:latin typeface="Calibri" panose="020F0502020204030204" pitchFamily="34" charset="0"/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91C24928-1280-40DA-9C87-869B8655905C}"/>
              </a:ext>
            </a:extLst>
          </p:cNvPr>
          <p:cNvSpPr txBox="1"/>
          <p:nvPr/>
        </p:nvSpPr>
        <p:spPr>
          <a:xfrm>
            <a:off x="-24680" y="3528029"/>
            <a:ext cx="928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l"/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Respected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player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in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the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outdoor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lighting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market</a:t>
            </a:r>
          </a:p>
          <a:p>
            <a:pPr lvl="1" algn="l"/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      </a:t>
            </a:r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296FF774-72AA-4CDA-923D-AE8AECC054A5}"/>
              </a:ext>
            </a:extLst>
          </p:cNvPr>
          <p:cNvGrpSpPr/>
          <p:nvPr/>
        </p:nvGrpSpPr>
        <p:grpSpPr>
          <a:xfrm>
            <a:off x="8829" y="1651910"/>
            <a:ext cx="6917076" cy="1451027"/>
            <a:chOff x="-24680" y="1316832"/>
            <a:chExt cx="6917076" cy="1451027"/>
          </a:xfrm>
        </p:grpSpPr>
        <p:pic>
          <p:nvPicPr>
            <p:cNvPr id="8" name="Picture 2" descr="De Rubberzegel Van De Marktleider Vector Illustratie - Illustration of  achtergrond, koop: 92493300">
              <a:extLst>
                <a:ext uri="{FF2B5EF4-FFF2-40B4-BE49-F238E27FC236}">
                  <a16:creationId xmlns:a16="http://schemas.microsoft.com/office/drawing/2014/main" id="{23E4BCD7-F2F2-4C82-840C-9F6673198A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12" b="13186"/>
            <a:stretch/>
          </p:blipFill>
          <p:spPr bwMode="auto">
            <a:xfrm>
              <a:off x="4583832" y="1316832"/>
              <a:ext cx="1676400" cy="14510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C3A69FD9-46F9-4349-BB4B-336764075645}"/>
                </a:ext>
              </a:extLst>
            </p:cNvPr>
            <p:cNvSpPr txBox="1"/>
            <p:nvPr/>
          </p:nvSpPr>
          <p:spPr>
            <a:xfrm>
              <a:off x="-24680" y="1919017"/>
              <a:ext cx="69170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l"/>
              <a:r>
                <a:rPr lang="nl-BE" sz="240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Belgian</a:t>
              </a:r>
              <a:r>
                <a:rPr lang="nl-BE" sz="2400" dirty="0">
                  <a:solidFill>
                    <a:srgbClr val="000000"/>
                  </a:solidFill>
                  <a:latin typeface="Calibri" panose="020F0502020204030204" pitchFamily="34" charset="0"/>
                </a:rPr>
                <a:t> Market Leader in </a:t>
              </a:r>
              <a:r>
                <a:rPr lang="nl-BE" sz="240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Sports</a:t>
              </a:r>
              <a:endParaRPr lang="nl-BE" sz="24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4" name="Tekstvak 13">
            <a:extLst>
              <a:ext uri="{FF2B5EF4-FFF2-40B4-BE49-F238E27FC236}">
                <a16:creationId xmlns:a16="http://schemas.microsoft.com/office/drawing/2014/main" id="{982C4FEE-2E2F-41CC-A066-AF8E6DB15292}"/>
              </a:ext>
            </a:extLst>
          </p:cNvPr>
          <p:cNvSpPr txBox="1"/>
          <p:nvPr/>
        </p:nvSpPr>
        <p:spPr>
          <a:xfrm>
            <a:off x="-23922" y="4341604"/>
            <a:ext cx="928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l"/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Partnerships &amp; relations in B2B </a:t>
            </a:r>
          </a:p>
          <a:p>
            <a:pPr lvl="1" algn="l"/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      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1D6D1B78-73DC-48C1-922A-4EED5104754C}"/>
              </a:ext>
            </a:extLst>
          </p:cNvPr>
          <p:cNvGrpSpPr/>
          <p:nvPr/>
        </p:nvGrpSpPr>
        <p:grpSpPr>
          <a:xfrm>
            <a:off x="-24680" y="4585118"/>
            <a:ext cx="9289032" cy="1296971"/>
            <a:chOff x="11856" y="4531177"/>
            <a:chExt cx="9289032" cy="1296971"/>
          </a:xfrm>
        </p:grpSpPr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F456F3B3-D942-47E6-AD23-668F7DECBCA4}"/>
                </a:ext>
              </a:extLst>
            </p:cNvPr>
            <p:cNvSpPr txBox="1"/>
            <p:nvPr/>
          </p:nvSpPr>
          <p:spPr>
            <a:xfrm>
              <a:off x="11856" y="4997151"/>
              <a:ext cx="92890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l"/>
              <a:r>
                <a:rPr lang="nl-BE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Reputation</a:t>
              </a:r>
              <a:r>
                <a:rPr lang="nl-BE" dirty="0">
                  <a:solidFill>
                    <a:srgbClr val="000000"/>
                  </a:solidFill>
                  <a:latin typeface="Calibri" panose="020F0502020204030204" pitchFamily="34" charset="0"/>
                </a:rPr>
                <a:t> on façade </a:t>
              </a:r>
              <a:r>
                <a:rPr lang="nl-BE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lighting</a:t>
              </a:r>
              <a:r>
                <a:rPr lang="nl-BE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nl-BE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installations</a:t>
              </a:r>
              <a:endParaRPr lang="nl-BE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lvl="1" algn="l"/>
              <a:r>
                <a:rPr lang="nl-BE" dirty="0">
                  <a:solidFill>
                    <a:srgbClr val="000000"/>
                  </a:solidFill>
                  <a:latin typeface="Calibri" panose="020F0502020204030204" pitchFamily="34" charset="0"/>
                </a:rPr>
                <a:t>       </a:t>
              </a:r>
            </a:p>
          </p:txBody>
        </p:sp>
        <p:pic>
          <p:nvPicPr>
            <p:cNvPr id="1030" name="Picture 6" descr="Ghelamco - Home | Facebook">
              <a:extLst>
                <a:ext uri="{FF2B5EF4-FFF2-40B4-BE49-F238E27FC236}">
                  <a16:creationId xmlns:a16="http://schemas.microsoft.com/office/drawing/2014/main" id="{BE67AD20-26A0-43BB-894E-C0516EF6BB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1832" y="4531177"/>
              <a:ext cx="1282847" cy="1282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64324900"/>
      </p:ext>
    </p:extLst>
  </p:cSld>
  <p:clrMapOvr>
    <a:masterClrMapping/>
  </p:clrMapOvr>
  <p:transition spd="med" advClick="0" advTm="10000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6599" y="-243406"/>
            <a:ext cx="97379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>
                <a:latin typeface="Calibri" panose="020F0502020204030204" pitchFamily="34" charset="0"/>
              </a:rPr>
              <a:t>Claesen Business</a:t>
            </a:r>
          </a:p>
          <a:p>
            <a:pPr algn="l"/>
            <a:endParaRPr lang="nl-BE" sz="6600" b="1" cap="small" dirty="0">
              <a:latin typeface="Calibri" panose="020F0502020204030204" pitchFamily="34" charset="0"/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91C24928-1280-40DA-9C87-869B8655905C}"/>
              </a:ext>
            </a:extLst>
          </p:cNvPr>
          <p:cNvSpPr txBox="1"/>
          <p:nvPr/>
        </p:nvSpPr>
        <p:spPr>
          <a:xfrm>
            <a:off x="680334" y="2589740"/>
            <a:ext cx="92890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l"/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Safety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certification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VCA*</a:t>
            </a:r>
          </a:p>
          <a:p>
            <a:pPr lvl="1" algn="l"/>
            <a:endParaRPr lang="nl-B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algn="l"/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Training of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staff</a:t>
            </a:r>
            <a:endParaRPr lang="nl-B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electricity</a:t>
            </a:r>
            <a:endParaRPr lang="nl-B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IS-009 (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advanced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working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in high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structures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Boomlift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usage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, …</a:t>
            </a:r>
          </a:p>
          <a:p>
            <a:pPr lvl="1" algn="l"/>
            <a:endParaRPr lang="nl-B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algn="l"/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Modern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fleet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of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vans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, machines, tools –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all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A-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brands</a:t>
            </a:r>
            <a:endParaRPr lang="nl-B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C3A69FD9-46F9-4349-BB4B-336764075645}"/>
              </a:ext>
            </a:extLst>
          </p:cNvPr>
          <p:cNvSpPr txBox="1"/>
          <p:nvPr/>
        </p:nvSpPr>
        <p:spPr>
          <a:xfrm>
            <a:off x="0" y="1575896"/>
            <a:ext cx="6917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Continuous</a:t>
            </a:r>
            <a:r>
              <a:rPr lang="nl-B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nl-BE" dirty="0" err="1">
                <a:solidFill>
                  <a:srgbClr val="000000"/>
                </a:solidFill>
                <a:latin typeface="Calibri" panose="020F0502020204030204" pitchFamily="34" charset="0"/>
              </a:rPr>
              <a:t>investements</a:t>
            </a:r>
            <a:endParaRPr lang="nl-BE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114145"/>
      </p:ext>
    </p:extLst>
  </p:cSld>
  <p:clrMapOvr>
    <a:masterClrMapping/>
  </p:clrMapOvr>
  <p:transition spd="med" advClick="0" advTm="10000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rrowheads="1"/>
          </p:cNvSpPr>
          <p:nvPr/>
        </p:nvSpPr>
        <p:spPr bwMode="auto">
          <a:xfrm>
            <a:off x="-1248816" y="-243406"/>
            <a:ext cx="13825536" cy="1224134"/>
          </a:xfrm>
          <a:prstGeom prst="rect">
            <a:avLst/>
          </a:prstGeom>
          <a:solidFill>
            <a:srgbClr val="231F2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nl-BE"/>
          </a:p>
        </p:txBody>
      </p:sp>
      <p:sp>
        <p:nvSpPr>
          <p:cNvPr id="2" name="Tekstvak 1"/>
          <p:cNvSpPr txBox="1"/>
          <p:nvPr/>
        </p:nvSpPr>
        <p:spPr>
          <a:xfrm>
            <a:off x="263352" y="-99392"/>
            <a:ext cx="94282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6600" b="1" cap="small" dirty="0">
                <a:latin typeface="Calibri" panose="020F0502020204030204" pitchFamily="34" charset="0"/>
              </a:rPr>
              <a:t>Contact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479376" y="1262056"/>
            <a:ext cx="106571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l"/>
            <a:r>
              <a:rPr lang="nl-BE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Claesen Outdoor Lighting</a:t>
            </a:r>
          </a:p>
          <a:p>
            <a:pPr lvl="2" algn="l"/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Benoit Jansenstraat 4, 2490 Balen, Belgium</a:t>
            </a:r>
          </a:p>
          <a:p>
            <a:pPr lvl="2" algn="l"/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T: +32 89 413240  E: info@claesen-verlichting.be</a:t>
            </a:r>
          </a:p>
          <a:p>
            <a:pPr lvl="1" algn="l"/>
            <a:endParaRPr lang="nl-BE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algn="l"/>
            <a:endParaRPr lang="nl-BE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algn="l"/>
            <a:r>
              <a:rPr lang="nl-BE" sz="3200" dirty="0">
                <a:solidFill>
                  <a:srgbClr val="000000"/>
                </a:solidFill>
                <a:latin typeface="Calibri" panose="020F0502020204030204" pitchFamily="34" charset="0"/>
              </a:rPr>
              <a:t>Bert BERTELS </a:t>
            </a:r>
            <a:r>
              <a:rPr lang="nl-BE" sz="3200" dirty="0" err="1">
                <a:solidFill>
                  <a:srgbClr val="000000"/>
                </a:solidFill>
                <a:latin typeface="Calibri" panose="020F0502020204030204" pitchFamily="34" charset="0"/>
              </a:rPr>
              <a:t>buying</a:t>
            </a:r>
            <a:r>
              <a:rPr lang="nl-BE" sz="3200" dirty="0">
                <a:solidFill>
                  <a:srgbClr val="000000"/>
                </a:solidFill>
                <a:latin typeface="Calibri" panose="020F0502020204030204" pitchFamily="34" charset="0"/>
              </a:rPr>
              <a:t> &amp; </a:t>
            </a:r>
            <a:r>
              <a:rPr lang="nl-BE" sz="3200" dirty="0" err="1">
                <a:solidFill>
                  <a:srgbClr val="000000"/>
                </a:solidFill>
                <a:latin typeface="Calibri" panose="020F0502020204030204" pitchFamily="34" charset="0"/>
              </a:rPr>
              <a:t>projects</a:t>
            </a:r>
            <a:endParaRPr lang="nl-BE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algn="l"/>
            <a:r>
              <a:rPr lang="nl-BE" sz="320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bert.bertels@claesen-verlichting.be</a:t>
            </a:r>
          </a:p>
          <a:p>
            <a:pPr lvl="1" algn="l"/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	+32 495 255715</a:t>
            </a:r>
          </a:p>
          <a:p>
            <a:pPr lvl="1" algn="l"/>
            <a:endParaRPr lang="nl-BE" sz="2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algn="l"/>
            <a:r>
              <a:rPr lang="nl-BE" sz="3200" dirty="0">
                <a:solidFill>
                  <a:srgbClr val="000000"/>
                </a:solidFill>
                <a:latin typeface="Calibri" panose="020F0502020204030204" pitchFamily="34" charset="0"/>
              </a:rPr>
              <a:t>Bert KENIS commercial &amp; </a:t>
            </a:r>
            <a:r>
              <a:rPr lang="nl-BE" sz="3200" dirty="0" err="1">
                <a:solidFill>
                  <a:srgbClr val="000000"/>
                </a:solidFill>
                <a:latin typeface="Calibri" panose="020F0502020204030204" pitchFamily="34" charset="0"/>
              </a:rPr>
              <a:t>projects</a:t>
            </a:r>
            <a:endParaRPr lang="nl-BE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algn="l"/>
            <a:r>
              <a:rPr lang="nl-BE" sz="320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bert.kenis@claesen-verlichting.be</a:t>
            </a:r>
          </a:p>
          <a:p>
            <a:pPr lvl="1" algn="l"/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	+32 476 023152</a:t>
            </a:r>
          </a:p>
          <a:p>
            <a:pPr lvl="1" algn="l"/>
            <a:endParaRPr lang="nl-BE" sz="2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78" y="10046"/>
            <a:ext cx="1927370" cy="898674"/>
          </a:xfrm>
          <a:prstGeom prst="rect">
            <a:avLst/>
          </a:prstGeom>
          <a:noFill/>
        </p:spPr>
      </p:pic>
      <p:pic>
        <p:nvPicPr>
          <p:cNvPr id="1030" name="Picture 6" descr="http://www.bluemoz.com/wp-content/uploads/2013/09/Follow_us_on_Facebook.pn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046" y="5560010"/>
            <a:ext cx="2485610" cy="11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425712"/>
      </p:ext>
    </p:extLst>
  </p:cSld>
  <p:clrMapOvr>
    <a:masterClrMapping/>
  </p:clrMapOvr>
  <p:transition spd="med" advClick="0" advTm="10000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413423"/>
      </p:ext>
    </p:extLst>
  </p:cSld>
  <p:clrMapOvr>
    <a:masterClrMapping/>
  </p:clrMapOvr>
  <p:transition spd="med" advClick="0" advTm="10000">
    <p:random/>
  </p:transition>
</p:sld>
</file>

<file path=ppt/theme/theme1.xml><?xml version="1.0" encoding="utf-8"?>
<a:theme xmlns:a="http://schemas.openxmlformats.org/drawingml/2006/main" name="Bouwterrein">
  <a:themeElements>
    <a:clrScheme name="Bouwterrein 1">
      <a:dk1>
        <a:srgbClr val="000000"/>
      </a:dk1>
      <a:lt1>
        <a:srgbClr val="EAE8E2"/>
      </a:lt1>
      <a:dk2>
        <a:srgbClr val="5F5F5F"/>
      </a:dk2>
      <a:lt2>
        <a:srgbClr val="FDBC03"/>
      </a:lt2>
      <a:accent1>
        <a:srgbClr val="A7C1CB"/>
      </a:accent1>
      <a:accent2>
        <a:srgbClr val="A38D77"/>
      </a:accent2>
      <a:accent3>
        <a:srgbClr val="B6B6B6"/>
      </a:accent3>
      <a:accent4>
        <a:srgbClr val="C8C6C1"/>
      </a:accent4>
      <a:accent5>
        <a:srgbClr val="D0DDE2"/>
      </a:accent5>
      <a:accent6>
        <a:srgbClr val="937F6B"/>
      </a:accent6>
      <a:hlink>
        <a:srgbClr val="FFFFCC"/>
      </a:hlink>
      <a:folHlink>
        <a:srgbClr val="FFCC66"/>
      </a:folHlink>
    </a:clrScheme>
    <a:fontScheme name="Bouwterrein">
      <a:majorFont>
        <a:latin typeface="Impact"/>
        <a:ea typeface=""/>
        <a:cs typeface="Times New Roman"/>
      </a:majorFont>
      <a:minorFont>
        <a:latin typeface="Arial Narrow"/>
        <a:ea typeface=""/>
        <a:cs typeface="Times New Roma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Times New Roman" pitchFamily="18" charset="0"/>
          </a:defRPr>
        </a:defPPr>
      </a:lstStyle>
    </a:lnDef>
  </a:objectDefaults>
  <a:extraClrSchemeLst>
    <a:extraClrScheme>
      <a:clrScheme name="Bouwterrein 1">
        <a:dk1>
          <a:srgbClr val="000000"/>
        </a:dk1>
        <a:lt1>
          <a:srgbClr val="EAE8E2"/>
        </a:lt1>
        <a:dk2>
          <a:srgbClr val="5F5F5F"/>
        </a:dk2>
        <a:lt2>
          <a:srgbClr val="FDBC03"/>
        </a:lt2>
        <a:accent1>
          <a:srgbClr val="A7C1CB"/>
        </a:accent1>
        <a:accent2>
          <a:srgbClr val="A38D77"/>
        </a:accent2>
        <a:accent3>
          <a:srgbClr val="B6B6B6"/>
        </a:accent3>
        <a:accent4>
          <a:srgbClr val="C8C6C1"/>
        </a:accent4>
        <a:accent5>
          <a:srgbClr val="D0DDE2"/>
        </a:accent5>
        <a:accent6>
          <a:srgbClr val="937F6B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uwterrein 2">
        <a:dk1>
          <a:srgbClr val="333333"/>
        </a:dk1>
        <a:lt1>
          <a:srgbClr val="FFFFFF"/>
        </a:lt1>
        <a:dk2>
          <a:srgbClr val="B75E31"/>
        </a:dk2>
        <a:lt2>
          <a:srgbClr val="463828"/>
        </a:lt2>
        <a:accent1>
          <a:srgbClr val="E09F98"/>
        </a:accent1>
        <a:accent2>
          <a:srgbClr val="E4D8CA"/>
        </a:accent2>
        <a:accent3>
          <a:srgbClr val="FFFFFF"/>
        </a:accent3>
        <a:accent4>
          <a:srgbClr val="2A2A2A"/>
        </a:accent4>
        <a:accent5>
          <a:srgbClr val="EDCDCA"/>
        </a:accent5>
        <a:accent6>
          <a:srgbClr val="CFC4B7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uwterrein 3">
        <a:dk1>
          <a:srgbClr val="333333"/>
        </a:dk1>
        <a:lt1>
          <a:srgbClr val="FFFFFF"/>
        </a:lt1>
        <a:dk2>
          <a:srgbClr val="4D4D4D"/>
        </a:dk2>
        <a:lt2>
          <a:srgbClr val="000000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2A2A2A"/>
        </a:accent4>
        <a:accent5>
          <a:srgbClr val="DCDCDC"/>
        </a:accent5>
        <a:accent6>
          <a:srgbClr val="C8C8C8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uwterrein 4">
        <a:dk1>
          <a:srgbClr val="000000"/>
        </a:dk1>
        <a:lt1>
          <a:srgbClr val="EAE8E2"/>
        </a:lt1>
        <a:dk2>
          <a:srgbClr val="783A34"/>
        </a:dk2>
        <a:lt2>
          <a:srgbClr val="FFCC99"/>
        </a:lt2>
        <a:accent1>
          <a:srgbClr val="83AAAD"/>
        </a:accent1>
        <a:accent2>
          <a:srgbClr val="A06766"/>
        </a:accent2>
        <a:accent3>
          <a:srgbClr val="BEAEAE"/>
        </a:accent3>
        <a:accent4>
          <a:srgbClr val="C8C6C1"/>
        </a:accent4>
        <a:accent5>
          <a:srgbClr val="C1D2D3"/>
        </a:accent5>
        <a:accent6>
          <a:srgbClr val="915D5C"/>
        </a:accent6>
        <a:hlink>
          <a:srgbClr val="FFFFCC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Designs\Bouwterrein.pot</Template>
  <TotalTime>3</TotalTime>
  <Words>326</Words>
  <Application>Microsoft Office PowerPoint</Application>
  <PresentationFormat>Widescreen</PresentationFormat>
  <Paragraphs>106</Paragraphs>
  <Slides>15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  <vt:variant>
        <vt:lpstr>Custom Shows</vt:lpstr>
      </vt:variant>
      <vt:variant>
        <vt:i4>1</vt:i4>
      </vt:variant>
    </vt:vector>
  </HeadingPairs>
  <TitlesOfParts>
    <vt:vector size="23" baseType="lpstr">
      <vt:lpstr>Arial</vt:lpstr>
      <vt:lpstr>Arial Narrow</vt:lpstr>
      <vt:lpstr>Calibri</vt:lpstr>
      <vt:lpstr>Impact</vt:lpstr>
      <vt:lpstr>Times New Roman</vt:lpstr>
      <vt:lpstr>Wingdings</vt:lpstr>
      <vt:lpstr>Bouwterrein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Enkel Voetbal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Pierre</dc:creator>
  <cp:lastModifiedBy>Orelvys Cuellar (Claesen Outdoor Lighting)</cp:lastModifiedBy>
  <cp:revision>132</cp:revision>
  <dcterms:created xsi:type="dcterms:W3CDTF">2007-05-17T10:27:31Z</dcterms:created>
  <dcterms:modified xsi:type="dcterms:W3CDTF">2026-05-05T19:01:07Z</dcterms:modified>
</cp:coreProperties>
</file>